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01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436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51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54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94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9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51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79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9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17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846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850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419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596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407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113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71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81113FE-C1F5-41C0-91E6-83C06C737B74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0CFD720-0DDD-44F9-912A-CE758ED85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2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XML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2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XML?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XML (Extensible Markup </a:t>
            </a:r>
            <a:r>
              <a:rPr lang="en-US" b="1" dirty="0" smtClean="0"/>
              <a:t>Language</a:t>
            </a:r>
            <a:r>
              <a:rPr lang="en-US" b="1" dirty="0"/>
              <a:t>)</a:t>
            </a:r>
            <a:r>
              <a:rPr lang="en-US" dirty="0"/>
              <a:t> is used to </a:t>
            </a:r>
            <a:r>
              <a:rPr lang="en-US" b="1" dirty="0"/>
              <a:t>store and transfer data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460" y="3007150"/>
            <a:ext cx="4841950" cy="3073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29" y="3242821"/>
            <a:ext cx="3489484" cy="2489744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798246" y="4216400"/>
            <a:ext cx="1234911" cy="5733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32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7" y="982132"/>
            <a:ext cx="4210266" cy="48937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204" y="1018095"/>
            <a:ext cx="3962400" cy="50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4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🐍 What does Python do with XML?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👉 Python is used to:</a:t>
            </a:r>
          </a:p>
          <a:p>
            <a:r>
              <a:rPr lang="en-US" dirty="0"/>
              <a:t>Read XML </a:t>
            </a:r>
          </a:p>
          <a:p>
            <a:r>
              <a:rPr lang="en-US" dirty="0"/>
              <a:t>Extract data </a:t>
            </a:r>
          </a:p>
          <a:p>
            <a:r>
              <a:rPr lang="en-US" dirty="0"/>
              <a:t>Modify data </a:t>
            </a:r>
          </a:p>
          <a:p>
            <a:r>
              <a:rPr lang="en-US" dirty="0"/>
              <a:t>Create XML files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940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Connection between Python &amp; XML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000" dirty="0"/>
              <a:t>👉 </a:t>
            </a:r>
            <a:r>
              <a:rPr lang="en-IN" sz="3000" b="1" dirty="0"/>
              <a:t>XML = data storage</a:t>
            </a:r>
            <a:r>
              <a:rPr lang="en-IN" sz="3000" dirty="0"/>
              <a:t/>
            </a:r>
            <a:br>
              <a:rPr lang="en-IN" sz="3000" dirty="0"/>
            </a:br>
            <a:r>
              <a:rPr lang="en-IN" sz="3000" dirty="0"/>
              <a:t>👉 </a:t>
            </a:r>
            <a:r>
              <a:rPr lang="en-IN" sz="3000" b="1" dirty="0"/>
              <a:t>Python = data processing</a:t>
            </a:r>
            <a:endParaRPr lang="en-IN" sz="3000" dirty="0"/>
          </a:p>
          <a:p>
            <a:r>
              <a:rPr lang="en-IN" sz="3000" dirty="0">
                <a:solidFill>
                  <a:srgbClr val="FF0000"/>
                </a:solidFill>
              </a:rPr>
              <a:t>✔ Together → used in real applications (APIs, </a:t>
            </a:r>
            <a:r>
              <a:rPr lang="en-IN" sz="3000" dirty="0" err="1">
                <a:solidFill>
                  <a:srgbClr val="FF0000"/>
                </a:solidFill>
              </a:rPr>
              <a:t>configs</a:t>
            </a:r>
            <a:r>
              <a:rPr lang="en-IN" sz="3000" dirty="0">
                <a:solidFill>
                  <a:srgbClr val="FF0000"/>
                </a:solidFill>
              </a:rPr>
              <a:t>, data exchange)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000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⚙️ Python </a:t>
            </a:r>
            <a:r>
              <a:rPr lang="en-IN" dirty="0"/>
              <a:t>Module for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👉 </a:t>
            </a:r>
            <a:r>
              <a:rPr lang="en-IN" sz="4000" b="1" dirty="0" err="1" smtClean="0">
                <a:solidFill>
                  <a:srgbClr val="FF0000"/>
                </a:solidFill>
              </a:rPr>
              <a:t>xml.etree.ElementTree</a:t>
            </a:r>
            <a:endParaRPr lang="en-IN" sz="4000" b="1" dirty="0" smtClean="0">
              <a:solidFill>
                <a:srgbClr val="FF0000"/>
              </a:solidFill>
            </a:endParaRPr>
          </a:p>
          <a:p>
            <a:endParaRPr lang="en-IN" sz="400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241" y="3205113"/>
            <a:ext cx="5897736" cy="267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1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📖 Read XML in Python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257" y="2403835"/>
            <a:ext cx="6815578" cy="34720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sz="2300" dirty="0"/>
              <a:t>Imports </a:t>
            </a:r>
            <a:r>
              <a:rPr lang="en-IN" sz="2300" dirty="0" err="1">
                <a:solidFill>
                  <a:srgbClr val="7030A0"/>
                </a:solidFill>
              </a:rPr>
              <a:t>xml.etree.ElementTree</a:t>
            </a:r>
            <a:r>
              <a:rPr lang="en-IN" sz="2300" dirty="0"/>
              <a:t> module as ET  </a:t>
            </a:r>
          </a:p>
          <a:p>
            <a:pPr marL="0" indent="0">
              <a:buNone/>
            </a:pPr>
            <a:r>
              <a:rPr lang="en-IN" sz="2300" dirty="0"/>
              <a:t>• Reads XML file </a:t>
            </a:r>
            <a:r>
              <a:rPr lang="en-IN" sz="2300" dirty="0" smtClean="0"/>
              <a:t>using </a:t>
            </a:r>
            <a:r>
              <a:rPr lang="en-IN" sz="2300" dirty="0" err="1" smtClean="0"/>
              <a:t>ET.parse</a:t>
            </a:r>
            <a:r>
              <a:rPr lang="en-IN" sz="2300" dirty="0"/>
              <a:t>("student.xml")  </a:t>
            </a:r>
          </a:p>
          <a:p>
            <a:pPr marL="0" indent="0">
              <a:buNone/>
            </a:pPr>
            <a:r>
              <a:rPr lang="en-IN" sz="2300" dirty="0"/>
              <a:t>• Gets root element using </a:t>
            </a:r>
            <a:r>
              <a:rPr lang="en-IN" sz="2300" dirty="0" err="1"/>
              <a:t>getroot</a:t>
            </a:r>
            <a:r>
              <a:rPr lang="en-IN" sz="2300" dirty="0"/>
              <a:t>()  </a:t>
            </a:r>
          </a:p>
          <a:p>
            <a:pPr marL="0" indent="0">
              <a:buNone/>
            </a:pPr>
            <a:r>
              <a:rPr lang="en-IN" sz="2300" dirty="0"/>
              <a:t>• Loops through child elements using for loop  </a:t>
            </a:r>
          </a:p>
          <a:p>
            <a:pPr marL="0" indent="0">
              <a:buNone/>
            </a:pPr>
            <a:r>
              <a:rPr lang="en-IN" sz="2300" dirty="0"/>
              <a:t>• Accesses tag using </a:t>
            </a:r>
            <a:r>
              <a:rPr lang="en-IN" sz="2300" dirty="0" err="1"/>
              <a:t>child.tag</a:t>
            </a:r>
            <a:r>
              <a:rPr lang="en-IN" sz="2300" dirty="0"/>
              <a:t>  </a:t>
            </a:r>
          </a:p>
          <a:p>
            <a:pPr marL="0" indent="0">
              <a:buNone/>
            </a:pPr>
            <a:r>
              <a:rPr lang="en-IN" sz="2300" dirty="0"/>
              <a:t>• Accesses value using </a:t>
            </a:r>
            <a:r>
              <a:rPr lang="en-IN" sz="2300" dirty="0" err="1"/>
              <a:t>child.text</a:t>
            </a:r>
            <a:r>
              <a:rPr lang="en-IN" sz="2300" dirty="0"/>
              <a:t>  </a:t>
            </a:r>
          </a:p>
          <a:p>
            <a:pPr marL="0" indent="0">
              <a:buNone/>
            </a:pPr>
            <a:r>
              <a:rPr lang="en-IN" sz="2300" dirty="0"/>
              <a:t>• Prints tag and corresponding data  </a:t>
            </a:r>
          </a:p>
          <a:p>
            <a:pPr marL="0" indent="0">
              <a:buNone/>
            </a:pPr>
            <a:r>
              <a:rPr lang="en-IN" sz="2300" dirty="0"/>
              <a:t>• Output shows: name </a:t>
            </a:r>
            <a:r>
              <a:rPr lang="en-IN" sz="2300" dirty="0" err="1"/>
              <a:t>Palika</a:t>
            </a:r>
            <a:r>
              <a:rPr lang="en-IN" sz="2300" dirty="0"/>
              <a:t>, class 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37" y="2403835"/>
            <a:ext cx="401581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9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✍️ Create XML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4125011" cy="3318936"/>
          </a:xfrm>
        </p:spPr>
        <p:txBody>
          <a:bodyPr/>
          <a:lstStyle/>
          <a:p>
            <a:r>
              <a:rPr lang="en-US" dirty="0"/>
              <a:t>🌳 </a:t>
            </a:r>
            <a:r>
              <a:rPr lang="en-US" b="1" dirty="0" smtClean="0"/>
              <a:t>Tree</a:t>
            </a:r>
            <a:endParaRPr lang="en-US" dirty="0"/>
          </a:p>
          <a:p>
            <a:r>
              <a:rPr lang="en-US" b="1" dirty="0"/>
              <a:t>student</a:t>
            </a:r>
            <a:r>
              <a:rPr lang="en-US" dirty="0"/>
              <a:t> → Root element </a:t>
            </a:r>
          </a:p>
          <a:p>
            <a:r>
              <a:rPr lang="en-US" b="1" dirty="0"/>
              <a:t>name</a:t>
            </a:r>
            <a:r>
              <a:rPr lang="en-US" dirty="0"/>
              <a:t> → Child element with value </a:t>
            </a:r>
            <a:r>
              <a:rPr lang="en-US" i="1" dirty="0" err="1"/>
              <a:t>Palika</a:t>
            </a:r>
            <a:r>
              <a:rPr lang="en-US" dirty="0"/>
              <a:t> </a:t>
            </a:r>
          </a:p>
          <a:p>
            <a:r>
              <a:rPr lang="en-US" b="1" dirty="0"/>
              <a:t>class</a:t>
            </a:r>
            <a:r>
              <a:rPr lang="en-US" dirty="0"/>
              <a:t> → Child element with value </a:t>
            </a:r>
            <a:r>
              <a:rPr lang="en-US" i="1" dirty="0"/>
              <a:t>5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581" y="2262436"/>
            <a:ext cx="5674936" cy="376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90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✏️ ✔ Modify Data in XML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887" y="2285999"/>
            <a:ext cx="6265892" cy="40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0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📖 ✔ Extract Data from XML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008" y="2285999"/>
            <a:ext cx="6116935" cy="388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6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2556932"/>
            <a:ext cx="4505225" cy="33189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96" y="2545240"/>
            <a:ext cx="3735281" cy="320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29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XML </a:t>
            </a:r>
            <a:r>
              <a:rPr lang="en-IN" dirty="0"/>
              <a:t>vs JSON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633" y="2516956"/>
            <a:ext cx="8276734" cy="298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54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668" y="1036948"/>
            <a:ext cx="10388338" cy="5175316"/>
          </a:xfrm>
        </p:spPr>
        <p:txBody>
          <a:bodyPr>
            <a:normAutofit/>
          </a:bodyPr>
          <a:lstStyle/>
          <a:p>
            <a:r>
              <a:rPr lang="en-US" b="1" dirty="0"/>
              <a:t>“Data rests in XML &amp; JSON — Python makes it speak.”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641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93</TotalTime>
  <Words>173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XML</vt:lpstr>
      <vt:lpstr>What is XML?</vt:lpstr>
      <vt:lpstr>PowerPoint Presentation</vt:lpstr>
      <vt:lpstr>🐍 What does Python do with XML?</vt:lpstr>
      <vt:lpstr>Connection between Python &amp; XML</vt:lpstr>
      <vt:lpstr>⚙️ Python Module for XML</vt:lpstr>
      <vt:lpstr>📖 Read XML in Python</vt:lpstr>
      <vt:lpstr>✍️ Create XML in Python</vt:lpstr>
      <vt:lpstr>✏️ ✔ Modify Data in XML</vt:lpstr>
      <vt:lpstr>📖 ✔ Extract Data from XML</vt:lpstr>
      <vt:lpstr>Output</vt:lpstr>
      <vt:lpstr>XML vs JSON</vt:lpstr>
      <vt:lpstr>“Data rests in XML &amp; JSON — Python makes it speak.”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</dc:title>
  <dc:creator>PalikaC</dc:creator>
  <cp:lastModifiedBy>PalikaC</cp:lastModifiedBy>
  <cp:revision>8</cp:revision>
  <dcterms:created xsi:type="dcterms:W3CDTF">2026-05-02T04:23:46Z</dcterms:created>
  <dcterms:modified xsi:type="dcterms:W3CDTF">2026-05-02T07:31:54Z</dcterms:modified>
</cp:coreProperties>
</file>